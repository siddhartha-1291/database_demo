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6227763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19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C19A0-5EFB-4569-9F3A-10A8E3D18B2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40013" y="1143000"/>
            <a:ext cx="1577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23D77-8C4A-4A82-9E41-FAF1A7E7D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46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23D77-8C4A-4A82-9E41-FAF1A7E7D81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17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082" y="1995312"/>
            <a:ext cx="5293599" cy="4244622"/>
          </a:xfrm>
        </p:spPr>
        <p:txBody>
          <a:bodyPr anchor="b"/>
          <a:lstStyle>
            <a:lvl1pPr algn="ctr">
              <a:defRPr sz="4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8471" y="6403623"/>
            <a:ext cx="4670822" cy="2943577"/>
          </a:xfrm>
        </p:spPr>
        <p:txBody>
          <a:bodyPr/>
          <a:lstStyle>
            <a:lvl1pPr marL="0" indent="0" algn="ctr">
              <a:buNone/>
              <a:defRPr sz="1635"/>
            </a:lvl1pPr>
            <a:lvl2pPr marL="311399" indent="0" algn="ctr">
              <a:buNone/>
              <a:defRPr sz="1362"/>
            </a:lvl2pPr>
            <a:lvl3pPr marL="622798" indent="0" algn="ctr">
              <a:buNone/>
              <a:defRPr sz="1226"/>
            </a:lvl3pPr>
            <a:lvl4pPr marL="934197" indent="0" algn="ctr">
              <a:buNone/>
              <a:defRPr sz="1090"/>
            </a:lvl4pPr>
            <a:lvl5pPr marL="1245596" indent="0" algn="ctr">
              <a:buNone/>
              <a:defRPr sz="1090"/>
            </a:lvl5pPr>
            <a:lvl6pPr marL="1556995" indent="0" algn="ctr">
              <a:buNone/>
              <a:defRPr sz="1090"/>
            </a:lvl6pPr>
            <a:lvl7pPr marL="1868394" indent="0" algn="ctr">
              <a:buNone/>
              <a:defRPr sz="1090"/>
            </a:lvl7pPr>
            <a:lvl8pPr marL="2179792" indent="0" algn="ctr">
              <a:buNone/>
              <a:defRPr sz="1090"/>
            </a:lvl8pPr>
            <a:lvl9pPr marL="2491191" indent="0" algn="ctr">
              <a:buNone/>
              <a:defRPr sz="10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13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67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915" y="3039537"/>
            <a:ext cx="5371446" cy="5071532"/>
          </a:xfrm>
        </p:spPr>
        <p:txBody>
          <a:bodyPr anchor="b"/>
          <a:lstStyle>
            <a:lvl1pPr>
              <a:defRPr sz="4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915" y="8159048"/>
            <a:ext cx="5371446" cy="2666999"/>
          </a:xfrm>
        </p:spPr>
        <p:txBody>
          <a:bodyPr/>
          <a:lstStyle>
            <a:lvl1pPr marL="0" indent="0">
              <a:buNone/>
              <a:defRPr sz="1635">
                <a:solidFill>
                  <a:schemeClr val="tx1"/>
                </a:solidFill>
              </a:defRPr>
            </a:lvl1pPr>
            <a:lvl2pPr marL="311399" indent="0">
              <a:buNone/>
              <a:defRPr sz="1362">
                <a:solidFill>
                  <a:schemeClr val="tx1">
                    <a:tint val="75000"/>
                  </a:schemeClr>
                </a:solidFill>
              </a:defRPr>
            </a:lvl2pPr>
            <a:lvl3pPr marL="622798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3pPr>
            <a:lvl4pPr marL="934197" indent="0">
              <a:buNone/>
              <a:defRPr sz="1090">
                <a:solidFill>
                  <a:schemeClr val="tx1">
                    <a:tint val="75000"/>
                  </a:schemeClr>
                </a:solidFill>
              </a:defRPr>
            </a:lvl4pPr>
            <a:lvl5pPr marL="1245596" indent="0">
              <a:buNone/>
              <a:defRPr sz="1090">
                <a:solidFill>
                  <a:schemeClr val="tx1">
                    <a:tint val="75000"/>
                  </a:schemeClr>
                </a:solidFill>
              </a:defRPr>
            </a:lvl5pPr>
            <a:lvl6pPr marL="1556995" indent="0">
              <a:buNone/>
              <a:defRPr sz="1090">
                <a:solidFill>
                  <a:schemeClr val="tx1">
                    <a:tint val="75000"/>
                  </a:schemeClr>
                </a:solidFill>
              </a:defRPr>
            </a:lvl6pPr>
            <a:lvl7pPr marL="1868394" indent="0">
              <a:buNone/>
              <a:defRPr sz="1090">
                <a:solidFill>
                  <a:schemeClr val="tx1">
                    <a:tint val="75000"/>
                  </a:schemeClr>
                </a:solidFill>
              </a:defRPr>
            </a:lvl7pPr>
            <a:lvl8pPr marL="2179792" indent="0">
              <a:buNone/>
              <a:defRPr sz="1090">
                <a:solidFill>
                  <a:schemeClr val="tx1">
                    <a:tint val="75000"/>
                  </a:schemeClr>
                </a:solidFill>
              </a:defRPr>
            </a:lvl8pPr>
            <a:lvl9pPr marL="2491191" indent="0">
              <a:buNone/>
              <a:defRPr sz="10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46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159" y="3245556"/>
            <a:ext cx="2646799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52805" y="3245556"/>
            <a:ext cx="2646799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05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970" y="649114"/>
            <a:ext cx="5371446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971" y="2988734"/>
            <a:ext cx="2634635" cy="1464732"/>
          </a:xfrm>
        </p:spPr>
        <p:txBody>
          <a:bodyPr anchor="b"/>
          <a:lstStyle>
            <a:lvl1pPr marL="0" indent="0">
              <a:buNone/>
              <a:defRPr sz="1635" b="1"/>
            </a:lvl1pPr>
            <a:lvl2pPr marL="311399" indent="0">
              <a:buNone/>
              <a:defRPr sz="1362" b="1"/>
            </a:lvl2pPr>
            <a:lvl3pPr marL="622798" indent="0">
              <a:buNone/>
              <a:defRPr sz="1226" b="1"/>
            </a:lvl3pPr>
            <a:lvl4pPr marL="934197" indent="0">
              <a:buNone/>
              <a:defRPr sz="1090" b="1"/>
            </a:lvl4pPr>
            <a:lvl5pPr marL="1245596" indent="0">
              <a:buNone/>
              <a:defRPr sz="1090" b="1"/>
            </a:lvl5pPr>
            <a:lvl6pPr marL="1556995" indent="0">
              <a:buNone/>
              <a:defRPr sz="1090" b="1"/>
            </a:lvl6pPr>
            <a:lvl7pPr marL="1868394" indent="0">
              <a:buNone/>
              <a:defRPr sz="1090" b="1"/>
            </a:lvl7pPr>
            <a:lvl8pPr marL="2179792" indent="0">
              <a:buNone/>
              <a:defRPr sz="1090" b="1"/>
            </a:lvl8pPr>
            <a:lvl9pPr marL="2491191" indent="0">
              <a:buNone/>
              <a:defRPr sz="10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971" y="4453467"/>
            <a:ext cx="263463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52806" y="2988734"/>
            <a:ext cx="2647610" cy="1464732"/>
          </a:xfrm>
        </p:spPr>
        <p:txBody>
          <a:bodyPr anchor="b"/>
          <a:lstStyle>
            <a:lvl1pPr marL="0" indent="0">
              <a:buNone/>
              <a:defRPr sz="1635" b="1"/>
            </a:lvl1pPr>
            <a:lvl2pPr marL="311399" indent="0">
              <a:buNone/>
              <a:defRPr sz="1362" b="1"/>
            </a:lvl2pPr>
            <a:lvl3pPr marL="622798" indent="0">
              <a:buNone/>
              <a:defRPr sz="1226" b="1"/>
            </a:lvl3pPr>
            <a:lvl4pPr marL="934197" indent="0">
              <a:buNone/>
              <a:defRPr sz="1090" b="1"/>
            </a:lvl4pPr>
            <a:lvl5pPr marL="1245596" indent="0">
              <a:buNone/>
              <a:defRPr sz="1090" b="1"/>
            </a:lvl5pPr>
            <a:lvl6pPr marL="1556995" indent="0">
              <a:buNone/>
              <a:defRPr sz="1090" b="1"/>
            </a:lvl6pPr>
            <a:lvl7pPr marL="1868394" indent="0">
              <a:buNone/>
              <a:defRPr sz="1090" b="1"/>
            </a:lvl7pPr>
            <a:lvl8pPr marL="2179792" indent="0">
              <a:buNone/>
              <a:defRPr sz="1090" b="1"/>
            </a:lvl8pPr>
            <a:lvl9pPr marL="2491191" indent="0">
              <a:buNone/>
              <a:defRPr sz="10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52806" y="4453467"/>
            <a:ext cx="2647610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9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40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108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970" y="812800"/>
            <a:ext cx="2008616" cy="2844800"/>
          </a:xfrm>
        </p:spPr>
        <p:txBody>
          <a:bodyPr anchor="b"/>
          <a:lstStyle>
            <a:lvl1pPr>
              <a:defRPr sz="21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610" y="1755425"/>
            <a:ext cx="3152805" cy="8664222"/>
          </a:xfrm>
        </p:spPr>
        <p:txBody>
          <a:bodyPr/>
          <a:lstStyle>
            <a:lvl1pPr>
              <a:defRPr sz="2180"/>
            </a:lvl1pPr>
            <a:lvl2pPr>
              <a:defRPr sz="1907"/>
            </a:lvl2pPr>
            <a:lvl3pPr>
              <a:defRPr sz="1635"/>
            </a:lvl3pPr>
            <a:lvl4pPr>
              <a:defRPr sz="1362"/>
            </a:lvl4pPr>
            <a:lvl5pPr>
              <a:defRPr sz="1362"/>
            </a:lvl5pPr>
            <a:lvl6pPr>
              <a:defRPr sz="1362"/>
            </a:lvl6pPr>
            <a:lvl7pPr>
              <a:defRPr sz="1362"/>
            </a:lvl7pPr>
            <a:lvl8pPr>
              <a:defRPr sz="1362"/>
            </a:lvl8pPr>
            <a:lvl9pPr>
              <a:defRPr sz="1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970" y="3657600"/>
            <a:ext cx="2008616" cy="6776156"/>
          </a:xfrm>
        </p:spPr>
        <p:txBody>
          <a:bodyPr/>
          <a:lstStyle>
            <a:lvl1pPr marL="0" indent="0">
              <a:buNone/>
              <a:defRPr sz="1090"/>
            </a:lvl1pPr>
            <a:lvl2pPr marL="311399" indent="0">
              <a:buNone/>
              <a:defRPr sz="954"/>
            </a:lvl2pPr>
            <a:lvl3pPr marL="622798" indent="0">
              <a:buNone/>
              <a:defRPr sz="817"/>
            </a:lvl3pPr>
            <a:lvl4pPr marL="934197" indent="0">
              <a:buNone/>
              <a:defRPr sz="681"/>
            </a:lvl4pPr>
            <a:lvl5pPr marL="1245596" indent="0">
              <a:buNone/>
              <a:defRPr sz="681"/>
            </a:lvl5pPr>
            <a:lvl6pPr marL="1556995" indent="0">
              <a:buNone/>
              <a:defRPr sz="681"/>
            </a:lvl6pPr>
            <a:lvl7pPr marL="1868394" indent="0">
              <a:buNone/>
              <a:defRPr sz="681"/>
            </a:lvl7pPr>
            <a:lvl8pPr marL="2179792" indent="0">
              <a:buNone/>
              <a:defRPr sz="681"/>
            </a:lvl8pPr>
            <a:lvl9pPr marL="2491191" indent="0">
              <a:buNone/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3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970" y="812800"/>
            <a:ext cx="2008616" cy="2844800"/>
          </a:xfrm>
        </p:spPr>
        <p:txBody>
          <a:bodyPr anchor="b"/>
          <a:lstStyle>
            <a:lvl1pPr>
              <a:defRPr sz="21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47610" y="1755425"/>
            <a:ext cx="3152805" cy="8664222"/>
          </a:xfrm>
        </p:spPr>
        <p:txBody>
          <a:bodyPr anchor="t"/>
          <a:lstStyle>
            <a:lvl1pPr marL="0" indent="0">
              <a:buNone/>
              <a:defRPr sz="2180"/>
            </a:lvl1pPr>
            <a:lvl2pPr marL="311399" indent="0">
              <a:buNone/>
              <a:defRPr sz="1907"/>
            </a:lvl2pPr>
            <a:lvl3pPr marL="622798" indent="0">
              <a:buNone/>
              <a:defRPr sz="1635"/>
            </a:lvl3pPr>
            <a:lvl4pPr marL="934197" indent="0">
              <a:buNone/>
              <a:defRPr sz="1362"/>
            </a:lvl4pPr>
            <a:lvl5pPr marL="1245596" indent="0">
              <a:buNone/>
              <a:defRPr sz="1362"/>
            </a:lvl5pPr>
            <a:lvl6pPr marL="1556995" indent="0">
              <a:buNone/>
              <a:defRPr sz="1362"/>
            </a:lvl6pPr>
            <a:lvl7pPr marL="1868394" indent="0">
              <a:buNone/>
              <a:defRPr sz="1362"/>
            </a:lvl7pPr>
            <a:lvl8pPr marL="2179792" indent="0">
              <a:buNone/>
              <a:defRPr sz="1362"/>
            </a:lvl8pPr>
            <a:lvl9pPr marL="2491191" indent="0">
              <a:buNone/>
              <a:defRPr sz="1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970" y="3657600"/>
            <a:ext cx="2008616" cy="6776156"/>
          </a:xfrm>
        </p:spPr>
        <p:txBody>
          <a:bodyPr/>
          <a:lstStyle>
            <a:lvl1pPr marL="0" indent="0">
              <a:buNone/>
              <a:defRPr sz="1090"/>
            </a:lvl1pPr>
            <a:lvl2pPr marL="311399" indent="0">
              <a:buNone/>
              <a:defRPr sz="954"/>
            </a:lvl2pPr>
            <a:lvl3pPr marL="622798" indent="0">
              <a:buNone/>
              <a:defRPr sz="817"/>
            </a:lvl3pPr>
            <a:lvl4pPr marL="934197" indent="0">
              <a:buNone/>
              <a:defRPr sz="681"/>
            </a:lvl4pPr>
            <a:lvl5pPr marL="1245596" indent="0">
              <a:buNone/>
              <a:defRPr sz="681"/>
            </a:lvl5pPr>
            <a:lvl6pPr marL="1556995" indent="0">
              <a:buNone/>
              <a:defRPr sz="681"/>
            </a:lvl6pPr>
            <a:lvl7pPr marL="1868394" indent="0">
              <a:buNone/>
              <a:defRPr sz="681"/>
            </a:lvl7pPr>
            <a:lvl8pPr marL="2179792" indent="0">
              <a:buNone/>
              <a:defRPr sz="681"/>
            </a:lvl8pPr>
            <a:lvl9pPr marL="2491191" indent="0">
              <a:buNone/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60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145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56743" y="649111"/>
            <a:ext cx="1342861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8159" y="649111"/>
            <a:ext cx="3950737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1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159" y="649114"/>
            <a:ext cx="5371446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159" y="3245556"/>
            <a:ext cx="5371446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8159" y="11300181"/>
            <a:ext cx="1401247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AD849-90A1-46DF-B096-7AF50AF96C9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62947" y="11300181"/>
            <a:ext cx="210187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98357" y="11300181"/>
            <a:ext cx="1401247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74E51-D095-4B43-B91B-F593AC44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49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22798" rtl="0" eaLnBrk="1" latinLnBrk="0" hangingPunct="1">
        <a:lnSpc>
          <a:spcPct val="90000"/>
        </a:lnSpc>
        <a:spcBef>
          <a:spcPct val="0"/>
        </a:spcBef>
        <a:buNone/>
        <a:defRPr sz="29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699" indent="-155699" algn="l" defTabSz="622798" rtl="0" eaLnBrk="1" latinLnBrk="0" hangingPunct="1">
        <a:lnSpc>
          <a:spcPct val="90000"/>
        </a:lnSpc>
        <a:spcBef>
          <a:spcPts val="681"/>
        </a:spcBef>
        <a:buFont typeface="Arial" panose="020B0604020202020204" pitchFamily="34" charset="0"/>
        <a:buChar char="•"/>
        <a:defRPr sz="1907" kern="1200">
          <a:solidFill>
            <a:schemeClr val="tx1"/>
          </a:solidFill>
          <a:latin typeface="+mn-lt"/>
          <a:ea typeface="+mn-ea"/>
          <a:cs typeface="+mn-cs"/>
        </a:defRPr>
      </a:lvl1pPr>
      <a:lvl2pPr marL="467098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778497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2" kern="1200">
          <a:solidFill>
            <a:schemeClr val="tx1"/>
          </a:solidFill>
          <a:latin typeface="+mn-lt"/>
          <a:ea typeface="+mn-ea"/>
          <a:cs typeface="+mn-cs"/>
        </a:defRPr>
      </a:lvl3pPr>
      <a:lvl4pPr marL="1089896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6" kern="1200">
          <a:solidFill>
            <a:schemeClr val="tx1"/>
          </a:solidFill>
          <a:latin typeface="+mn-lt"/>
          <a:ea typeface="+mn-ea"/>
          <a:cs typeface="+mn-cs"/>
        </a:defRPr>
      </a:lvl4pPr>
      <a:lvl5pPr marL="1401295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6" kern="1200">
          <a:solidFill>
            <a:schemeClr val="tx1"/>
          </a:solidFill>
          <a:latin typeface="+mn-lt"/>
          <a:ea typeface="+mn-ea"/>
          <a:cs typeface="+mn-cs"/>
        </a:defRPr>
      </a:lvl5pPr>
      <a:lvl6pPr marL="1712694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6" kern="1200">
          <a:solidFill>
            <a:schemeClr val="tx1"/>
          </a:solidFill>
          <a:latin typeface="+mn-lt"/>
          <a:ea typeface="+mn-ea"/>
          <a:cs typeface="+mn-cs"/>
        </a:defRPr>
      </a:lvl6pPr>
      <a:lvl7pPr marL="2024093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6" kern="1200">
          <a:solidFill>
            <a:schemeClr val="tx1"/>
          </a:solidFill>
          <a:latin typeface="+mn-lt"/>
          <a:ea typeface="+mn-ea"/>
          <a:cs typeface="+mn-cs"/>
        </a:defRPr>
      </a:lvl7pPr>
      <a:lvl8pPr marL="2335492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6" kern="1200">
          <a:solidFill>
            <a:schemeClr val="tx1"/>
          </a:solidFill>
          <a:latin typeface="+mn-lt"/>
          <a:ea typeface="+mn-ea"/>
          <a:cs typeface="+mn-cs"/>
        </a:defRPr>
      </a:lvl8pPr>
      <a:lvl9pPr marL="2646891" indent="-155699" algn="l" defTabSz="62279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1pPr>
      <a:lvl2pPr marL="311399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2pPr>
      <a:lvl3pPr marL="622798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3pPr>
      <a:lvl4pPr marL="934197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4pPr>
      <a:lvl5pPr marL="1245596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5pPr>
      <a:lvl6pPr marL="1556995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6pPr>
      <a:lvl7pPr marL="1868394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7pPr>
      <a:lvl8pPr marL="2179792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8pPr>
      <a:lvl9pPr marL="2491191" algn="l" defTabSz="622798" rtl="0" eaLnBrk="1" latinLnBrk="0" hangingPunct="1">
        <a:defRPr sz="12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ta Memorial Centre - Wikipedia">
            <a:extLst>
              <a:ext uri="{FF2B5EF4-FFF2-40B4-BE49-F238E27FC236}">
                <a16:creationId xmlns:a16="http://schemas.microsoft.com/office/drawing/2014/main" id="{912DB1FA-3821-6997-FF4A-14FCC39F8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04479" cy="350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2921C4-B81A-4E3C-CDF0-A833E29295A9}"/>
              </a:ext>
            </a:extLst>
          </p:cNvPr>
          <p:cNvCxnSpPr/>
          <p:nvPr/>
        </p:nvCxnSpPr>
        <p:spPr>
          <a:xfrm>
            <a:off x="3604479" y="0"/>
            <a:ext cx="0" cy="35031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2AB239-0B45-7057-F9EB-8D43FD2A9A40}"/>
              </a:ext>
            </a:extLst>
          </p:cNvPr>
          <p:cNvCxnSpPr>
            <a:cxnSpLocks/>
          </p:cNvCxnSpPr>
          <p:nvPr/>
        </p:nvCxnSpPr>
        <p:spPr>
          <a:xfrm flipH="1">
            <a:off x="-85344" y="3503116"/>
            <a:ext cx="369156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05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CTREC-Tata Memorial Centre - IndiaBioscience">
            <a:extLst>
              <a:ext uri="{FF2B5EF4-FFF2-40B4-BE49-F238E27FC236}">
                <a16:creationId xmlns:a16="http://schemas.microsoft.com/office/drawing/2014/main" id="{9B0DB7B6-66D3-0F5E-2363-E13919480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2760786" cy="2921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59674F-804D-F806-3D62-50616BBB979D}"/>
              </a:ext>
            </a:extLst>
          </p:cNvPr>
          <p:cNvCxnSpPr>
            <a:cxnSpLocks/>
          </p:cNvCxnSpPr>
          <p:nvPr/>
        </p:nvCxnSpPr>
        <p:spPr>
          <a:xfrm>
            <a:off x="2760785" y="0"/>
            <a:ext cx="0" cy="29214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82022D-8DB7-AAA7-08E2-571895D315C8}"/>
              </a:ext>
            </a:extLst>
          </p:cNvPr>
          <p:cNvCxnSpPr>
            <a:cxnSpLocks/>
          </p:cNvCxnSpPr>
          <p:nvPr/>
        </p:nvCxnSpPr>
        <p:spPr>
          <a:xfrm flipH="1">
            <a:off x="0" y="2921466"/>
            <a:ext cx="27607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63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1</Words>
  <Application>Microsoft Office PowerPoint</Application>
  <PresentationFormat>Custom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 Barua</dc:creator>
  <cp:lastModifiedBy>Siddhartha Barua</cp:lastModifiedBy>
  <cp:revision>1</cp:revision>
  <dcterms:created xsi:type="dcterms:W3CDTF">2026-02-10T10:55:57Z</dcterms:created>
  <dcterms:modified xsi:type="dcterms:W3CDTF">2026-02-10T11:06:43Z</dcterms:modified>
</cp:coreProperties>
</file>